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hyperlink" Target="https://aws.amazon.com/efs/getting-started/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0009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AWS Elastic File System (EFS) Explained Simply for Beginners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665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guide to understanding scalable, shared cloud storage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29496"/>
            <a:ext cx="1449943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97481"/>
            <a:ext cx="117776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464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is AWS EFS?</a:t>
            </a:r>
            <a:endParaRPr lang="en-US" sz="4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50557"/>
            <a:ext cx="8284131" cy="46942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38943" y="2981087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AWS EFS is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fully managed, serverless file storage service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 provides shared file storage automatically scaling as you add or remove files.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638943" y="4999673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It's accessible by multiple EC2 instances and other AWS services simultaneously, working like a network drive that many computers can use at once—no manual configuration needed.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0338"/>
            <a:ext cx="57225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Use AWS EFS?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12745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Zero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need to provision or manage storage capacity or performance—AWS handles it all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912745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Auto-Scaling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Automatically grows and shrinks with your data—pay only for what you use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 Durability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526643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Stores data redundantly across multiple Availability Zones for maximum reliability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Shared Access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526643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Ideal for applications needing shared files, like web servers or big data workloads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2114"/>
            <a:ext cx="90495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How Does EFS Work with EC2?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3852" y="1884521"/>
            <a:ext cx="10142696" cy="464200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188" y="3043506"/>
            <a:ext cx="652132" cy="652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10178" y="5240786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Concurrent Read/Write</a:t>
            </a:r>
            <a:endParaRPr lang="en-US" sz="13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3771" y="3044729"/>
            <a:ext cx="652132" cy="6521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10329" y="5240786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Mount via NFSv4</a:t>
            </a:r>
            <a:endParaRPr lang="en-US" sz="13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6964" y="3044729"/>
            <a:ext cx="652133" cy="6521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23523" y="5057374"/>
            <a:ext cx="1904228" cy="110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Create Mount Targets</a:t>
            </a:r>
            <a:endParaRPr lang="en-US" sz="13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17115" y="3044729"/>
            <a:ext cx="652133" cy="65213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784546" y="5424199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Create EFS</a:t>
            </a:r>
            <a:endParaRPr lang="en-US" sz="1350" dirty="0"/>
          </a:p>
        </p:txBody>
      </p:sp>
      <p:sp>
        <p:nvSpPr>
          <p:cNvPr id="12" name="Text 5"/>
          <p:cNvSpPr/>
          <p:nvPr/>
        </p:nvSpPr>
        <p:spPr>
          <a:xfrm>
            <a:off x="793790" y="678168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EC2 Linux instances mount EFS using the NFSv4 protocol, making it appear as a local folder like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/mnt/efs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Multiple instances can read and write the same files simultaneously with consistent results.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442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0331" y="3288149"/>
            <a:ext cx="6844784" cy="66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Features of AWS EFS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40331" y="4245054"/>
            <a:ext cx="6476167" cy="1571625"/>
          </a:xfrm>
          <a:prstGeom prst="roundRect">
            <a:avLst>
              <a:gd name="adj" fmla="val 6982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71" y="4245054"/>
            <a:ext cx="91440" cy="1571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3226" y="4479369"/>
            <a:ext cx="3109198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Serverless Architecture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1043226" y="4928235"/>
            <a:ext cx="5938957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servers or storage devices to manage—completely hands-off infrastructure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7413784" y="4245054"/>
            <a:ext cx="6476286" cy="1571625"/>
          </a:xfrm>
          <a:prstGeom prst="roundRect">
            <a:avLst>
              <a:gd name="adj" fmla="val 6982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924" y="4245054"/>
            <a:ext cx="91440" cy="1571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16679" y="4479369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Elastic Scaling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7716679" y="4928235"/>
            <a:ext cx="5939076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Scales from gigabytes to petabytes automatically without intervention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740331" y="6013966"/>
            <a:ext cx="6476167" cy="1571625"/>
          </a:xfrm>
          <a:prstGeom prst="roundRect">
            <a:avLst>
              <a:gd name="adj" fmla="val 6982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71" y="6013966"/>
            <a:ext cx="91440" cy="15716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3226" y="6248281"/>
            <a:ext cx="365450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Massive Concurrent Access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1043226" y="6697147"/>
            <a:ext cx="5938957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Supports thousands of EC2 instances or containers accessing files simultaneously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7413784" y="6013966"/>
            <a:ext cx="6476286" cy="1571625"/>
          </a:xfrm>
          <a:prstGeom prst="roundRect">
            <a:avLst>
              <a:gd name="adj" fmla="val 6982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924" y="6013966"/>
            <a:ext cx="91440" cy="15716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716679" y="6248281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Enterprise Security</a:t>
            </a:r>
            <a:endParaRPr lang="en-US" sz="2050" dirty="0"/>
          </a:p>
        </p:txBody>
      </p:sp>
      <p:sp>
        <p:nvSpPr>
          <p:cNvPr id="19" name="Text 12"/>
          <p:cNvSpPr/>
          <p:nvPr/>
        </p:nvSpPr>
        <p:spPr>
          <a:xfrm>
            <a:off x="7716679" y="6697147"/>
            <a:ext cx="5939076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Encryption at rest and in transit, plus POSIX permissions for granular access control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334" y="719495"/>
            <a:ext cx="6985754" cy="68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EFS Performance Modes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770334" y="2180273"/>
            <a:ext cx="4232315" cy="2038231"/>
          </a:xfrm>
          <a:prstGeom prst="roundRect">
            <a:avLst>
              <a:gd name="adj" fmla="val 1620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990362" y="2400300"/>
            <a:ext cx="275117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General Purpose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990362" y="2957632"/>
            <a:ext cx="3792260" cy="1040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 latency performance ideal for most applications like web servers and content management systems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0334" y="4431983"/>
            <a:ext cx="4232315" cy="2038231"/>
          </a:xfrm>
          <a:prstGeom prst="roundRect">
            <a:avLst>
              <a:gd name="adj" fmla="val 1620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990362" y="4652010"/>
            <a:ext cx="275117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Max I/O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990362" y="5209342"/>
            <a:ext cx="3792260" cy="1040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Higher throughput designed for big data and analytics with many parallel connections</a:t>
            </a:r>
            <a:endParaRPr lang="en-US" sz="1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7241" y="1967865"/>
            <a:ext cx="8320326" cy="4714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0334" y="7163157"/>
            <a:ext cx="13089731" cy="346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Throughput scales automatically based on your workload, or can be provisioned manually for consistently heavy operations.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57049"/>
            <a:ext cx="2542222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403C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498" y="1287066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9675" y="1232654"/>
            <a:ext cx="198262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REAL-WORLD USE CASE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689259"/>
            <a:ext cx="129395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Hosting a Website with Multiple EC2 Servers</a:t>
            </a:r>
            <a:endParaRPr lang="en-US" sz="4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38199"/>
            <a:ext cx="2411968" cy="1490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3790" y="45123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93790" y="500276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popular website runs on several EC2 instances behind a load balancer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738199"/>
            <a:ext cx="2411968" cy="14906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35893" y="45123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Need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235893" y="500276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servers need access to the same images, videos, and content files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738199"/>
            <a:ext cx="2411968" cy="14906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77995" y="45123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677995" y="500276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EFS provides a shared file system mounted on all instances—updates appear everywhere instantly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634662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manual file syncing required. When content updates, all servers see the changes immediately, ensuring consistency across your entire application.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9332"/>
            <a:ext cx="109012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How to Get Started with EFS and EC2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81739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Create EFS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10622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up an EFS file system in your AWS Console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481739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Launch EC2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410622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Start Linux instances in the same region and VPC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695944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8300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Mount EFS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20604" y="6320433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EFS mount helper and NFS protocol on each instance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695944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8300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Start Using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2014" y="6320433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and write files to shared storage seamlessly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6135" y="697944"/>
            <a:ext cx="5284113" cy="660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Benefits Recap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226135" y="1653778"/>
            <a:ext cx="475536" cy="475536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6898600" y="1726406"/>
            <a:ext cx="2967038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Simplifies file sharing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898600" y="2174677"/>
            <a:ext cx="6992064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Seamlessly share files across multiple servers and AWS services without complex configuration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226135" y="3221712"/>
            <a:ext cx="475536" cy="475536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6898600" y="3294340"/>
            <a:ext cx="4632008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Eliminates management overhead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6898600" y="3742611"/>
            <a:ext cx="6992064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capacity planning, no provisioning, no maintenance—focus on your applications instead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26135" y="4789646"/>
            <a:ext cx="475536" cy="475536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6898600" y="4862274"/>
            <a:ext cx="2733080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Scales automatically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898600" y="5310545"/>
            <a:ext cx="6992064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Grows and shrinks with your application needs without any intervention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26135" y="6357580"/>
            <a:ext cx="475536" cy="475536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4" name="Text 11"/>
          <p:cNvSpPr/>
          <p:nvPr/>
        </p:nvSpPr>
        <p:spPr>
          <a:xfrm>
            <a:off x="6898600" y="6430208"/>
            <a:ext cx="2676049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Enhances reliability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898600" y="6878479"/>
            <a:ext cx="6992064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Multi-AZ data replication ensures your files are always available and protected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1016" y="821293"/>
            <a:ext cx="6326981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Ready to Try AWS EFS?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221016" y="2083475"/>
            <a:ext cx="3740229" cy="2171700"/>
          </a:xfrm>
          <a:prstGeom prst="roundRect">
            <a:avLst>
              <a:gd name="adj" fmla="val 5053"/>
            </a:avLst>
          </a:prstGeom>
          <a:solidFill>
            <a:srgbClr val="FBFA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016" y="2060615"/>
            <a:ext cx="3740229" cy="9144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270" y="1768673"/>
            <a:ext cx="629722" cy="62972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965222" y="1926074"/>
            <a:ext cx="251817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3"/>
          <p:cNvSpPr/>
          <p:nvPr/>
        </p:nvSpPr>
        <p:spPr>
          <a:xfrm>
            <a:off x="6453783" y="2608183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Start Free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6453783" y="3052643"/>
            <a:ext cx="3274695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 5 GB of storage free monthly with AWS Free Tier—perfect for learning and testing</a:t>
            </a:r>
            <a:endParaRPr lang="en-US" sz="1650" dirty="0"/>
          </a:p>
        </p:txBody>
      </p:sp>
      <p:sp>
        <p:nvSpPr>
          <p:cNvPr id="10" name="Shape 5"/>
          <p:cNvSpPr/>
          <p:nvPr/>
        </p:nvSpPr>
        <p:spPr>
          <a:xfrm>
            <a:off x="10155436" y="2083475"/>
            <a:ext cx="3740348" cy="2171700"/>
          </a:xfrm>
          <a:prstGeom prst="roundRect">
            <a:avLst>
              <a:gd name="adj" fmla="val 5053"/>
            </a:avLst>
          </a:prstGeom>
          <a:solidFill>
            <a:srgbClr val="FBFAFF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5436" y="2060615"/>
            <a:ext cx="3740348" cy="9144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0690" y="1768673"/>
            <a:ext cx="629722" cy="62972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99642" y="1926074"/>
            <a:ext cx="251817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7"/>
          <p:cNvSpPr/>
          <p:nvPr/>
        </p:nvSpPr>
        <p:spPr>
          <a:xfrm>
            <a:off x="10388203" y="2608183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Follow Tutorials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10388203" y="3052643"/>
            <a:ext cx="3274814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AWS tutorials and console walkthroughs to create your first EFS file system step-by-step</a:t>
            </a:r>
            <a:endParaRPr lang="en-US" sz="1650" dirty="0"/>
          </a:p>
        </p:txBody>
      </p:sp>
      <p:sp>
        <p:nvSpPr>
          <p:cNvPr id="16" name="Shape 9"/>
          <p:cNvSpPr/>
          <p:nvPr/>
        </p:nvSpPr>
        <p:spPr>
          <a:xfrm>
            <a:off x="6221016" y="4764167"/>
            <a:ext cx="7674769" cy="1848445"/>
          </a:xfrm>
          <a:prstGeom prst="roundRect">
            <a:avLst>
              <a:gd name="adj" fmla="val 5936"/>
            </a:avLst>
          </a:prstGeom>
          <a:solidFill>
            <a:srgbClr val="FBFAFF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1016" y="4741307"/>
            <a:ext cx="7674769" cy="91440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3539" y="4449366"/>
            <a:ext cx="629722" cy="62972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932491" y="4606766"/>
            <a:ext cx="251817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950" dirty="0"/>
          </a:p>
        </p:txBody>
      </p:sp>
      <p:sp>
        <p:nvSpPr>
          <p:cNvPr id="20" name="Text 11"/>
          <p:cNvSpPr/>
          <p:nvPr/>
        </p:nvSpPr>
        <p:spPr>
          <a:xfrm>
            <a:off x="6453783" y="5288875"/>
            <a:ext cx="319694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Experience the Benefits</a:t>
            </a:r>
            <a:endParaRPr lang="en-US" sz="2050" dirty="0"/>
          </a:p>
        </p:txBody>
      </p:sp>
      <p:sp>
        <p:nvSpPr>
          <p:cNvPr id="21" name="Text 12"/>
          <p:cNvSpPr/>
          <p:nvPr/>
        </p:nvSpPr>
        <p:spPr>
          <a:xfrm>
            <a:off x="6453783" y="5733336"/>
            <a:ext cx="7209234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Discover easy, scalable, and secure shared storage for your cloud applications today</a:t>
            </a:r>
            <a:endParaRPr lang="en-US" sz="1650" dirty="0"/>
          </a:p>
        </p:txBody>
      </p:sp>
      <p:pic>
        <p:nvPicPr>
          <p:cNvPr id="22" name="Image 7" descr="preencoded.png">
            <a:hlinkClick r:id="rId9" tooltip="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1016" y="6831092"/>
            <a:ext cx="2474476" cy="5772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2026-02-03T17:59:51Z</dcterms:created>
  <dcterms:modified xsi:type="dcterms:W3CDTF">2026-02-03T17:59:51Z</dcterms:modified>
</cp:coreProperties>
</file>